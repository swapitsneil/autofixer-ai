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64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61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59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080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003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79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62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256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633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111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67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0362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092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2688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29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4259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510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210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AutoFixer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Autonomous Bug Detection &amp; Recovery System</a:t>
            </a:r>
          </a:p>
          <a:p>
            <a:r>
              <a:rPr lang="en-IN" dirty="0"/>
              <a:t>AI Agents Assemble </a:t>
            </a:r>
            <a:r>
              <a:rPr dirty="0"/>
              <a:t>Hackathon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83C07B-6399-C1C6-677A-3DF26A12E2C0}"/>
              </a:ext>
            </a:extLst>
          </p:cNvPr>
          <p:cNvSpPr txBox="1"/>
          <p:nvPr/>
        </p:nvSpPr>
        <p:spPr>
          <a:xfrm>
            <a:off x="816633" y="5641675"/>
            <a:ext cx="4261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NAME – SWAPNIL NICOLSON DADEL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 bugs cause downtime</a:t>
            </a:r>
          </a:p>
          <a:p>
            <a:r>
              <a:t>Manual debugging is slow and costly</a:t>
            </a:r>
          </a:p>
          <a:p>
            <a:r>
              <a:t>Teams need autonomous recovery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AutoFixer AI detects, analyzes, fixes, reviews, and deploys bugs automatically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Next.js Demo App</a:t>
            </a:r>
          </a:p>
          <a:p>
            <a:r>
              <a:t>Kestra Orchestration</a:t>
            </a:r>
          </a:p>
          <a:p>
            <a:r>
              <a:t>Oumi AI Agents</a:t>
            </a:r>
          </a:p>
          <a:p>
            <a:r>
              <a:t>Cline CLI</a:t>
            </a:r>
          </a:p>
          <a:p>
            <a:r>
              <a:t>CodeRabbit Review</a:t>
            </a:r>
          </a:p>
          <a:p>
            <a:r>
              <a:t>Vercel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Error occurs</a:t>
            </a:r>
          </a:p>
          <a:p>
            <a:r>
              <a:t>2. Logs captured</a:t>
            </a:r>
          </a:p>
          <a:p>
            <a:r>
              <a:t>3. AI analyzes root cause</a:t>
            </a:r>
          </a:p>
          <a:p>
            <a:r>
              <a:t>4. Fix generated</a:t>
            </a:r>
          </a:p>
          <a:p>
            <a:r>
              <a:t>5. Code review</a:t>
            </a:r>
          </a:p>
          <a:p>
            <a:r>
              <a:t>6. Auto deploy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Snippet Fix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pastes buggy code</a:t>
            </a:r>
          </a:p>
          <a:p>
            <a:r>
              <a:t>AI analyzes issues</a:t>
            </a:r>
          </a:p>
          <a:p>
            <a:r>
              <a:t>Shows corrected snippet</a:t>
            </a:r>
          </a:p>
          <a:p>
            <a:r>
              <a:t>Demo of reasoning capability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Deterministic fixes</a:t>
            </a:r>
          </a:p>
          <a:p>
            <a:r>
              <a:t>Validation gate</a:t>
            </a:r>
          </a:p>
          <a:p>
            <a:r>
              <a:t>No blind AI execution</a:t>
            </a:r>
          </a:p>
          <a:p>
            <a:r>
              <a:t>Honest scope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Cline CLI</a:t>
            </a:r>
          </a:p>
          <a:p>
            <a:r>
              <a:t>Kestra</a:t>
            </a:r>
          </a:p>
          <a:p>
            <a:r>
              <a:t>Oumi</a:t>
            </a:r>
          </a:p>
          <a:p>
            <a:r>
              <a:t>CodeRabbit</a:t>
            </a:r>
          </a:p>
          <a:p>
            <a:r>
              <a:t>Vercel</a:t>
            </a:r>
          </a:p>
          <a:p>
            <a:r>
              <a:t>DeepSeek LLM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Vercel Deployment</a:t>
            </a:r>
          </a:p>
          <a:p>
            <a:r>
              <a:t>GitHub Open Source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AI-powered bug fixing</a:t>
            </a:r>
          </a:p>
          <a:p>
            <a:r>
              <a:t>Real-world impact</a:t>
            </a:r>
          </a:p>
          <a:p>
            <a:r>
              <a:t>Hackathon-ready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43</TotalTime>
  <Words>151</Words>
  <Application>Microsoft Office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Vapor Trail</vt:lpstr>
      <vt:lpstr>AutoFixer AI</vt:lpstr>
      <vt:lpstr>Problem Statement</vt:lpstr>
      <vt:lpstr>Solution</vt:lpstr>
      <vt:lpstr>Architecture</vt:lpstr>
      <vt:lpstr>How It Works</vt:lpstr>
      <vt:lpstr>Snippet Fix Demo</vt:lpstr>
      <vt:lpstr>Safety &amp; Validation</vt:lpstr>
      <vt:lpstr>Tech Stack</vt:lpstr>
      <vt:lpstr>Live Demo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Swapnil Nicolson Dadel</cp:lastModifiedBy>
  <cp:revision>4</cp:revision>
  <dcterms:created xsi:type="dcterms:W3CDTF">2013-01-27T09:14:16Z</dcterms:created>
  <dcterms:modified xsi:type="dcterms:W3CDTF">2025-12-14T16:12:43Z</dcterms:modified>
  <cp:category/>
</cp:coreProperties>
</file>